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D41287-4C90-451C-8C64-AA83B9D7D2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9E40B62-29F4-4E9D-AEB9-AB576D63685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43945EF3-38E2-4E61-A1CD-90B9E2C8216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72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Proefpresentatie van het platform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"/>
          <p:cNvSpPr txBox="1"/>
          <p:nvPr/>
        </p:nvSpPr>
        <p:spPr>
          <a:xfrm>
            <a:off x="720000" y="216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Eerste dia, voor de tests van office.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"/>
          <p:cNvSpPr txBox="1"/>
          <p:nvPr/>
        </p:nvSpPr>
        <p:spPr>
          <a:xfrm>
            <a:off x="720000" y="720000"/>
            <a:ext cx="8640000" cy="108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1" lang="en-US" sz="3200" spc="-1" strike="noStrike">
                <a:solidFill>
                  <a:srgbClr val="000000"/>
                </a:solidFill>
                <a:latin typeface="Arial"/>
              </a:rPr>
              <a:t>Tweede dia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720000" y="2160000"/>
            <a:ext cx="8640000" cy="216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Samen bewerken en een voorbeeld zonder de editor.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Platform e2e</dc:creator>
  <dc:description/>
  <dc:language>en-US</dc:language>
  <cp:lastModifiedBy/>
  <cp:revision>0</cp:revision>
  <dc:subject/>
  <dc:title>Proefpresentatie</dc:title>
</cp:coreProperties>
</file>